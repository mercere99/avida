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  <p:sldId id="27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3F4"/>
    <a:srgbClr val="AF47BF"/>
    <a:srgbClr val="893895"/>
    <a:srgbClr val="FBFB23"/>
    <a:srgbClr val="E39F00"/>
    <a:srgbClr val="325F93"/>
    <a:srgbClr val="01ADD7"/>
    <a:srgbClr val="00FCFD"/>
    <a:srgbClr val="01B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762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7543-A6C9-1B32-08C2-5C797E540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7A93B-BCE0-2F79-83A1-F03F8A486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6B143-B0C6-792B-58FA-AA27967B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0F639-B23A-74E5-E82B-8AA99306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F3E5-3E06-3479-51F1-7BA5F43A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4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ED75-C069-223C-EE86-D267C1DB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F09D-FFF2-2A56-920C-778F5A052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70BF6-1FBF-A0A7-78B7-78947156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BFD47-235A-C8CD-7A7B-60A5EBB08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BA7F-0787-5720-DEB4-3A83E7AD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8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B440-095B-455C-1191-4902E986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40F75-FF66-D934-265D-07355754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64688-3A02-D362-D6DC-63D7CBBD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D496-7126-D547-D20C-CC88773C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F7B4-3FF1-C6A8-03ED-5513031E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70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1153-ABEB-D8AB-B0F4-ECFEA34C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6C96-AD4C-8945-ED94-5CB267B88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A4EF1-DD20-9173-1955-4BFE80B58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7D5E9-B5F4-4365-C35F-8E9CD4B4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BA998-BC73-0F2E-948F-601D9613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76A4-01DE-0632-9CC8-23E4315F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7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2AA1-C3F1-317B-A158-1972FE43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D6B47-C346-35F1-0236-7AE197F03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C1B7-878C-8938-EC06-FB10FA201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CC3DB-E8BD-2FB7-720A-07A1467BA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ED730-D8B5-2057-90B9-80BCA7482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3A5CC-46DD-2DD7-A2D1-849EDF93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6DA0B-5DD9-3CCD-6A96-CA153D00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52595-F6CF-4A27-4423-20A9616A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3184-31AC-CCA2-91CF-91E65D2E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04689-F156-B1AE-2922-F6B8186C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4D38F-13B6-F1FF-7EE9-B7E9B8240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BA323-C5A4-C897-5444-4A48611C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6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2778E8-0F31-D49B-8388-1DBE3086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E6FBA-4F49-BD98-511F-BA862DDF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AFC06-35CE-B1F6-95DD-23817752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6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7B9C-99DA-C6F9-E526-98437F38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5E3A-3108-E8D6-509E-F629BC155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5A7DF-B9F8-5891-C824-CFCEFCE02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6DC23-7FFD-4F59-E74C-458FF1D8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318E4-0C48-3B64-7864-E0CA9627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6DDE3-D8FB-314A-AB96-60E49250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9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0596-D54A-585F-5209-A07815FCA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4C788-C2BF-BFC6-893D-55EF40925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8771C-2A78-CCE1-371B-2A2B6A8DC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8F77B-C61D-BD27-4EC9-AEEE3861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2E5EE-BB4F-F4C5-CC76-06ED1C99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B3AB6-A1B5-74D9-9E7F-66476168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1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E85A-05FE-C811-4C8D-E6170689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A5A64-B2FE-0F07-C821-11274B800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62851-1385-A8BC-501B-CE8EB0E3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D8B22-DAFE-0148-5880-CF6E6741A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77F5A-851F-4676-828F-E9AF2656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9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514B4-F50D-BAE5-8E0B-FA52FD223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661F3-051B-B4E0-A740-B0B054A8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F31E-199E-7094-8AB6-58547940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60C34-72F1-3DF2-4477-BD057E12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DAFE-9025-8C13-2420-E8727A6E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849B9-521C-5E45-E620-3A19BC62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23AFD-8155-C37F-4504-9BF5C8827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3B578-E606-93CC-D6D8-DF4F62D42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D88AE-B01E-0049-BF31-1C58ECB4B650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258E-4065-B13A-C090-5113E2DCF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A7D08-9FDF-FAF9-23F5-CBE8437DE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64FC3-8B77-EB4E-806A-7B611BB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0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32C7A3-ECFB-EFF5-28BD-68CC9A4CCA85}"/>
              </a:ext>
            </a:extLst>
          </p:cNvPr>
          <p:cNvCxnSpPr>
            <a:cxnSpLocks/>
          </p:cNvCxnSpPr>
          <p:nvPr/>
        </p:nvCxnSpPr>
        <p:spPr>
          <a:xfrm flipV="1">
            <a:off x="7709389" y="2619630"/>
            <a:ext cx="890916" cy="38100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F178553-7FCB-CF81-EBEB-5CAC8D74B961}"/>
              </a:ext>
            </a:extLst>
          </p:cNvPr>
          <p:cNvSpPr>
            <a:spLocks noChangeAspect="1"/>
          </p:cNvSpPr>
          <p:nvPr/>
        </p:nvSpPr>
        <p:spPr>
          <a:xfrm>
            <a:off x="7560233" y="127684"/>
            <a:ext cx="4135396" cy="413539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07F3E-7727-0C07-1895-E811D177C7EA}"/>
              </a:ext>
            </a:extLst>
          </p:cNvPr>
          <p:cNvSpPr txBox="1"/>
          <p:nvPr/>
        </p:nvSpPr>
        <p:spPr>
          <a:xfrm>
            <a:off x="5572900" y="2644344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Body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A771D-4CF0-5515-BB7D-376B37D2959B}"/>
              </a:ext>
            </a:extLst>
          </p:cNvPr>
          <p:cNvSpPr txBox="1"/>
          <p:nvPr/>
        </p:nvSpPr>
        <p:spPr>
          <a:xfrm>
            <a:off x="9807059" y="671043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Body 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EC0012-9DF9-AF63-623A-00AC9DAE302C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9627931" y="127684"/>
            <a:ext cx="0" cy="4135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7B22CB-A1A0-7C43-D1BA-18A1DFFA1BDC}"/>
              </a:ext>
            </a:extLst>
          </p:cNvPr>
          <p:cNvCxnSpPr>
            <a:cxnSpLocks/>
            <a:stCxn id="4" idx="6"/>
            <a:endCxn id="4" idx="2"/>
          </p:cNvCxnSpPr>
          <p:nvPr/>
        </p:nvCxnSpPr>
        <p:spPr>
          <a:xfrm flipH="1">
            <a:off x="7560233" y="2195382"/>
            <a:ext cx="41353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EA69998-AAB0-8D0A-7502-BC2809824486}"/>
              </a:ext>
            </a:extLst>
          </p:cNvPr>
          <p:cNvSpPr>
            <a:spLocks noChangeAspect="1"/>
          </p:cNvSpPr>
          <p:nvPr/>
        </p:nvSpPr>
        <p:spPr>
          <a:xfrm>
            <a:off x="4590493" y="1371598"/>
            <a:ext cx="4135396" cy="413539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70B41B-5D3D-10F9-BAE7-F9A8969D8031}"/>
              </a:ext>
            </a:extLst>
          </p:cNvPr>
          <p:cNvCxnSpPr>
            <a:stCxn id="19" idx="0"/>
            <a:endCxn id="19" idx="4"/>
          </p:cNvCxnSpPr>
          <p:nvPr/>
        </p:nvCxnSpPr>
        <p:spPr>
          <a:xfrm>
            <a:off x="6658191" y="1371598"/>
            <a:ext cx="0" cy="4135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AC6A46F-CEF0-1780-C8E6-F3D67CC7AC63}"/>
              </a:ext>
            </a:extLst>
          </p:cNvPr>
          <p:cNvCxnSpPr>
            <a:cxnSpLocks/>
            <a:stCxn id="19" idx="6"/>
            <a:endCxn id="19" idx="2"/>
          </p:cNvCxnSpPr>
          <p:nvPr/>
        </p:nvCxnSpPr>
        <p:spPr>
          <a:xfrm flipH="1">
            <a:off x="4590493" y="3439296"/>
            <a:ext cx="41353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08A81B-EC56-9D26-AE34-934BAFE81BD1}"/>
              </a:ext>
            </a:extLst>
          </p:cNvPr>
          <p:cNvCxnSpPr/>
          <p:nvPr/>
        </p:nvCxnSpPr>
        <p:spPr>
          <a:xfrm flipV="1">
            <a:off x="6672651" y="2195382"/>
            <a:ext cx="2955280" cy="12397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1D465E-92D1-6A66-C24D-5C52A93DFFD2}"/>
              </a:ext>
            </a:extLst>
          </p:cNvPr>
          <p:cNvSpPr txBox="1"/>
          <p:nvPr/>
        </p:nvSpPr>
        <p:spPr>
          <a:xfrm>
            <a:off x="384511" y="4471083"/>
            <a:ext cx="6903493" cy="203132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cur_offset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min size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overlap </a:t>
            </a:r>
            <a:r>
              <a:rPr lang="en-US" dirty="0"/>
              <a:t>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min size </a:t>
            </a:r>
            <a:r>
              <a:rPr lang="en-US" dirty="0"/>
              <a:t>-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[</a:t>
            </a:r>
            <a:r>
              <a:rPr lang="en-US" dirty="0">
                <a:solidFill>
                  <a:schemeClr val="accent6"/>
                </a:solidFill>
              </a:rPr>
              <a:t>overlap</a:t>
            </a:r>
            <a:r>
              <a:rPr lang="en-US" dirty="0"/>
              <a:t>] = [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r>
              <a:rPr lang="en-US" dirty="0"/>
              <a:t>] * (</a:t>
            </a:r>
            <a:r>
              <a:rPr lang="en-US" dirty="0" err="1">
                <a:solidFill>
                  <a:srgbClr val="0070C0"/>
                </a:solidFill>
              </a:rPr>
              <a:t>min_size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/ 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r>
              <a:rPr lang="en-US" dirty="0"/>
              <a:t>) * (</a:t>
            </a:r>
            <a:r>
              <a:rPr lang="en-US" dirty="0">
                <a:solidFill>
                  <a:schemeClr val="accent6"/>
                </a:solidFill>
              </a:rPr>
              <a:t>overlap</a:t>
            </a:r>
            <a:r>
              <a:rPr lang="en-US" dirty="0"/>
              <a:t> / </a:t>
            </a:r>
            <a:r>
              <a:rPr lang="en-US" dirty="0" err="1">
                <a:solidFill>
                  <a:srgbClr val="0070C0"/>
                </a:solidFill>
              </a:rPr>
              <a:t>min_size</a:t>
            </a:r>
            <a:r>
              <a:rPr lang="en-US" dirty="0"/>
              <a:t>)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chemeClr val="accent6"/>
                </a:solidFill>
              </a:rPr>
              <a:t>overlap</a:t>
            </a:r>
            <a:r>
              <a:rPr lang="en-US" dirty="0"/>
              <a:t>] = [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r>
              <a:rPr lang="en-US" dirty="0"/>
              <a:t>] * (</a:t>
            </a:r>
            <a:r>
              <a:rPr lang="en-US" dirty="0">
                <a:solidFill>
                  <a:schemeClr val="accent6"/>
                </a:solidFill>
              </a:rPr>
              <a:t>overlap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/ 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r>
              <a:rPr lang="en-US" dirty="0"/>
              <a:t>)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chemeClr val="accent6"/>
                </a:solidFill>
              </a:rPr>
              <a:t>overlap</a:t>
            </a:r>
            <a:r>
              <a:rPr lang="en-US" dirty="0"/>
              <a:t>] = [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r>
              <a:rPr lang="en-US" dirty="0"/>
              <a:t>] * (</a:t>
            </a:r>
            <a:r>
              <a:rPr lang="en-US" dirty="0">
                <a:solidFill>
                  <a:srgbClr val="0070C0"/>
                </a:solidFill>
              </a:rPr>
              <a:t>min size </a:t>
            </a:r>
            <a:r>
              <a:rPr lang="en-US" dirty="0"/>
              <a:t>/ </a:t>
            </a:r>
            <a:r>
              <a:rPr lang="en-US" dirty="0" err="1">
                <a:solidFill>
                  <a:srgbClr val="C00000"/>
                </a:solidFill>
              </a:rPr>
              <a:t>cur_offset</a:t>
            </a:r>
            <a:r>
              <a:rPr lang="en-US" dirty="0"/>
              <a:t> – 1.0)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8D8DBB-E742-90BB-2C4C-84A6183E3DDF}"/>
              </a:ext>
            </a:extLst>
          </p:cNvPr>
          <p:cNvCxnSpPr>
            <a:cxnSpLocks/>
          </p:cNvCxnSpPr>
          <p:nvPr/>
        </p:nvCxnSpPr>
        <p:spPr>
          <a:xfrm flipV="1">
            <a:off x="9627930" y="1796535"/>
            <a:ext cx="890916" cy="38100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7423D88-7ED9-3760-5C2F-C4CC42DDD335}"/>
              </a:ext>
            </a:extLst>
          </p:cNvPr>
          <p:cNvCxnSpPr/>
          <p:nvPr/>
        </p:nvCxnSpPr>
        <p:spPr>
          <a:xfrm flipV="1">
            <a:off x="6658191" y="1981888"/>
            <a:ext cx="3860655" cy="1638641"/>
          </a:xfrm>
          <a:prstGeom prst="line">
            <a:avLst/>
          </a:prstGeom>
          <a:ln w="412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21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A59D8-30E3-0428-6321-AE7902BB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3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3585F-A38E-A2FF-7574-7E3C9E1D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1598D6-8303-497C-2452-E0D54DFF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F30F8D-4A09-0F7E-6A22-CC9CBB55D1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76CDDF-23BC-D197-66B3-E32E865B303A}"/>
              </a:ext>
            </a:extLst>
          </p:cNvPr>
          <p:cNvSpPr txBox="1"/>
          <p:nvPr/>
        </p:nvSpPr>
        <p:spPr>
          <a:xfrm>
            <a:off x="3701207" y="4464209"/>
            <a:ext cx="5455149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393F4"/>
                  </a:solidFill>
                </a:ln>
                <a:solidFill>
                  <a:srgbClr val="893895"/>
                </a:solidFill>
              </a:rPr>
              <a:t>A</a:t>
            </a:r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</a:rPr>
              <a:t>V</a:t>
            </a:r>
            <a:r>
              <a:rPr lang="en-US" sz="13800" b="1" dirty="0">
                <a:ln w="25400">
                  <a:solidFill>
                    <a:srgbClr val="F393F4"/>
                  </a:solidFill>
                </a:ln>
                <a:solidFill>
                  <a:srgbClr val="893895"/>
                </a:solidFill>
              </a:rPr>
              <a:t>IDA</a:t>
            </a:r>
            <a:endParaRPr lang="en-US" b="1" dirty="0">
              <a:ln w="25400">
                <a:solidFill>
                  <a:srgbClr val="F393F4"/>
                </a:solidFill>
              </a:ln>
              <a:solidFill>
                <a:srgbClr val="8938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58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6809-6147-F761-AACD-3FA2649B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E8B2F-8FBC-E4F7-C85E-1FFA86BF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9E9A77-9D29-55B1-EBC5-D4B965BEA34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F166AC-24AB-E740-1BFE-9BABEBDD7158}"/>
              </a:ext>
            </a:extLst>
          </p:cNvPr>
          <p:cNvSpPr txBox="1"/>
          <p:nvPr/>
        </p:nvSpPr>
        <p:spPr>
          <a:xfrm>
            <a:off x="3441713" y="4464209"/>
            <a:ext cx="5455149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393F4"/>
                  </a:solidFill>
                </a:ln>
                <a:solidFill>
                  <a:srgbClr val="893895"/>
                </a:solidFill>
              </a:rPr>
              <a:t>A</a:t>
            </a:r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</a:rPr>
              <a:t>V</a:t>
            </a:r>
            <a:r>
              <a:rPr lang="en-US" sz="13800" b="1" dirty="0">
                <a:ln w="25400">
                  <a:solidFill>
                    <a:srgbClr val="F393F4"/>
                  </a:solidFill>
                </a:ln>
                <a:solidFill>
                  <a:srgbClr val="893895"/>
                </a:solidFill>
              </a:rPr>
              <a:t>IDA</a:t>
            </a:r>
            <a:endParaRPr lang="en-US" b="1" dirty="0">
              <a:ln w="25400">
                <a:solidFill>
                  <a:srgbClr val="F393F4"/>
                </a:solidFill>
              </a:ln>
              <a:solidFill>
                <a:srgbClr val="89389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FACBF-66BA-D933-F296-5C4AE22C56F7}"/>
              </a:ext>
            </a:extLst>
          </p:cNvPr>
          <p:cNvSpPr txBox="1"/>
          <p:nvPr/>
        </p:nvSpPr>
        <p:spPr>
          <a:xfrm>
            <a:off x="8466934" y="5732673"/>
            <a:ext cx="740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1B1DC"/>
                </a:solidFill>
              </a:rPr>
              <a:t>5.0</a:t>
            </a:r>
            <a:endParaRPr lang="en-US" dirty="0">
              <a:solidFill>
                <a:srgbClr val="01B1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61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B45E-CEE8-D6FA-F2CB-7755AB35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3AEE2E-4110-390B-4FD4-87EE7167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386924-A5D6-DB62-C68B-8BB7255CAB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9C2BC6-BE7F-0152-D7FF-E9ADB948785E}"/>
              </a:ext>
            </a:extLst>
          </p:cNvPr>
          <p:cNvSpPr txBox="1"/>
          <p:nvPr/>
        </p:nvSpPr>
        <p:spPr>
          <a:xfrm>
            <a:off x="3701207" y="4464209"/>
            <a:ext cx="5455149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A</a:t>
            </a:r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V</a:t>
            </a:r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IDA</a:t>
            </a:r>
            <a:endParaRPr lang="en-US" b="1" dirty="0">
              <a:ln w="25400">
                <a:solidFill>
                  <a:srgbClr val="00FCFD"/>
                </a:solidFill>
              </a:ln>
              <a:solidFill>
                <a:srgbClr val="01ADD7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28693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DA8A-FA95-F887-E8E2-1DA7053B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8BC52B-A81D-CB6A-063E-7CF5BCA53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9C3597-D62A-4290-7602-7DD94DCF5A0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EB5030-4F04-A5EE-7297-D2993E2C11F6}"/>
              </a:ext>
            </a:extLst>
          </p:cNvPr>
          <p:cNvSpPr txBox="1"/>
          <p:nvPr/>
        </p:nvSpPr>
        <p:spPr>
          <a:xfrm>
            <a:off x="3478782" y="4464209"/>
            <a:ext cx="5455149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A</a:t>
            </a:r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V</a:t>
            </a:r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IDA</a:t>
            </a:r>
            <a:endParaRPr lang="en-US" b="1" dirty="0">
              <a:ln w="25400">
                <a:solidFill>
                  <a:srgbClr val="00FCFD"/>
                </a:solidFill>
              </a:ln>
              <a:solidFill>
                <a:srgbClr val="01ADD7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91051-5213-23EA-6C22-E9D3F4E0FF3D}"/>
              </a:ext>
            </a:extLst>
          </p:cNvPr>
          <p:cNvSpPr txBox="1"/>
          <p:nvPr/>
        </p:nvSpPr>
        <p:spPr>
          <a:xfrm>
            <a:off x="8466934" y="5732673"/>
            <a:ext cx="740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393F4"/>
                </a:solidFill>
              </a:rPr>
              <a:t>5.0</a:t>
            </a:r>
            <a:endParaRPr lang="en-US" dirty="0">
              <a:solidFill>
                <a:srgbClr val="F393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94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165A-57E2-6F31-83DA-4E87528D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512F6-F088-9DA9-8134-0ECD1ABD1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7D5638-F0C5-3DE9-6684-37D4CE14535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6D8852-AFBB-9E72-6E7E-265DA553FC90}"/>
              </a:ext>
            </a:extLst>
          </p:cNvPr>
          <p:cNvSpPr txBox="1"/>
          <p:nvPr/>
        </p:nvSpPr>
        <p:spPr>
          <a:xfrm>
            <a:off x="4414442" y="4464209"/>
            <a:ext cx="4244191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V</a:t>
            </a:r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IDA</a:t>
            </a:r>
            <a:endParaRPr lang="en-US" b="1" dirty="0">
              <a:ln w="25400">
                <a:solidFill>
                  <a:srgbClr val="00FCFD"/>
                </a:solidFill>
              </a:ln>
              <a:solidFill>
                <a:srgbClr val="01ADD7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1142C1-4F3B-9019-5C54-90FC7AFB61D4}"/>
              </a:ext>
            </a:extLst>
          </p:cNvPr>
          <p:cNvSpPr txBox="1"/>
          <p:nvPr/>
        </p:nvSpPr>
        <p:spPr>
          <a:xfrm>
            <a:off x="8466934" y="5732673"/>
            <a:ext cx="740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393F4"/>
                </a:solidFill>
              </a:rPr>
              <a:t>5.0</a:t>
            </a:r>
            <a:endParaRPr lang="en-US" dirty="0">
              <a:solidFill>
                <a:srgbClr val="F393F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81CEC-565C-44B0-9ED5-1E219C6202B0}"/>
              </a:ext>
            </a:extLst>
          </p:cNvPr>
          <p:cNvSpPr txBox="1"/>
          <p:nvPr/>
        </p:nvSpPr>
        <p:spPr>
          <a:xfrm>
            <a:off x="3493700" y="4464209"/>
            <a:ext cx="1572572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A</a:t>
            </a:r>
            <a:endParaRPr lang="en-US" b="1" dirty="0">
              <a:ln w="25400">
                <a:solidFill>
                  <a:srgbClr val="00FCFD"/>
                </a:solidFill>
              </a:ln>
              <a:solidFill>
                <a:srgbClr val="01ADD7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2317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C7E44-089A-86FD-BD7A-A5319E5D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1FB20C-0B44-5CCB-2641-925B0EDC2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9B5982-7EF7-0161-7F78-D287137701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E4AE0F-F7DE-F41E-A6AC-C3E20FD84A64}"/>
              </a:ext>
            </a:extLst>
          </p:cNvPr>
          <p:cNvSpPr txBox="1"/>
          <p:nvPr/>
        </p:nvSpPr>
        <p:spPr>
          <a:xfrm>
            <a:off x="4414442" y="4464209"/>
            <a:ext cx="4244191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00FCFD"/>
                  </a:solidFill>
                </a:ln>
                <a:solidFill>
                  <a:srgbClr val="01ADD7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V</a:t>
            </a:r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IDA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BBF41-E2E3-6639-35D6-BC60D732258F}"/>
              </a:ext>
            </a:extLst>
          </p:cNvPr>
          <p:cNvSpPr txBox="1"/>
          <p:nvPr/>
        </p:nvSpPr>
        <p:spPr>
          <a:xfrm>
            <a:off x="8466934" y="5732673"/>
            <a:ext cx="740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393F4"/>
                </a:solidFill>
              </a:rPr>
              <a:t>5.0</a:t>
            </a:r>
            <a:endParaRPr lang="en-US" dirty="0">
              <a:solidFill>
                <a:srgbClr val="F393F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FD12E-5FFF-3BC5-8E24-54F0BB5857F2}"/>
              </a:ext>
            </a:extLst>
          </p:cNvPr>
          <p:cNvSpPr txBox="1"/>
          <p:nvPr/>
        </p:nvSpPr>
        <p:spPr>
          <a:xfrm>
            <a:off x="3493700" y="4464209"/>
            <a:ext cx="1572572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A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284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18B2-61AA-50F6-2667-795EE9E2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3229B3-AA11-188D-4457-F2CDF35A4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5160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0EAFFE-8A67-9B30-8315-603B1D15B9D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5338118"/>
            <a:ext cx="6502400" cy="1342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A7E737-E974-D236-6B2A-85854CE09B8C}"/>
              </a:ext>
            </a:extLst>
          </p:cNvPr>
          <p:cNvSpPr txBox="1"/>
          <p:nvPr/>
        </p:nvSpPr>
        <p:spPr>
          <a:xfrm>
            <a:off x="4536792" y="4464209"/>
            <a:ext cx="4244191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393F4"/>
                  </a:solidFill>
                </a:ln>
                <a:solidFill>
                  <a:srgbClr val="AF47BF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V</a:t>
            </a:r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BFB23">
                      <a:alpha val="40000"/>
                    </a:srgbClr>
                  </a:glow>
                </a:effectLst>
              </a:rPr>
              <a:t>IDA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BFB23">
                    <a:alpha val="40000"/>
                  </a:srgbClr>
                </a:glo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8A03E-2900-F19E-84B6-5DE365F9A2B7}"/>
              </a:ext>
            </a:extLst>
          </p:cNvPr>
          <p:cNvSpPr txBox="1"/>
          <p:nvPr/>
        </p:nvSpPr>
        <p:spPr>
          <a:xfrm>
            <a:off x="3616050" y="4464209"/>
            <a:ext cx="1572572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BFB23">
                      <a:alpha val="40000"/>
                    </a:srgbClr>
                  </a:glow>
                </a:effectLst>
              </a:rPr>
              <a:t>A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BFB23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608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0E7E-D0C9-8AE7-8364-C35D3E9E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24D732-4717-E409-9F59-3E3551E637BF}"/>
              </a:ext>
            </a:extLst>
          </p:cNvPr>
          <p:cNvSpPr txBox="1"/>
          <p:nvPr/>
        </p:nvSpPr>
        <p:spPr>
          <a:xfrm>
            <a:off x="4162039" y="3924565"/>
            <a:ext cx="4244191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393F4"/>
                  </a:solidFill>
                </a:ln>
                <a:solidFill>
                  <a:srgbClr val="893895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V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3E13D-DD82-FB2B-F404-714B8B044E76}"/>
              </a:ext>
            </a:extLst>
          </p:cNvPr>
          <p:cNvSpPr txBox="1"/>
          <p:nvPr/>
        </p:nvSpPr>
        <p:spPr>
          <a:xfrm>
            <a:off x="8214531" y="5193029"/>
            <a:ext cx="740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FCFD"/>
                </a:solidFill>
              </a:rPr>
              <a:t>5.0</a:t>
            </a:r>
            <a:endParaRPr lang="en-US" dirty="0">
              <a:solidFill>
                <a:srgbClr val="00FCF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890FD-DA34-EE01-9C77-48DA341658AB}"/>
              </a:ext>
            </a:extLst>
          </p:cNvPr>
          <p:cNvSpPr txBox="1"/>
          <p:nvPr/>
        </p:nvSpPr>
        <p:spPr>
          <a:xfrm>
            <a:off x="3241297" y="3924565"/>
            <a:ext cx="1572572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A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4E2223-59BB-65D1-F911-C1364FCC8394}"/>
              </a:ext>
            </a:extLst>
          </p:cNvPr>
          <p:cNvSpPr/>
          <p:nvPr/>
        </p:nvSpPr>
        <p:spPr>
          <a:xfrm>
            <a:off x="3433497" y="539647"/>
            <a:ext cx="4297680" cy="3721608"/>
          </a:xfrm>
          <a:prstGeom prst="ellipse">
            <a:avLst/>
          </a:prstGeom>
          <a:blipFill>
            <a:blip r:embed="rId2"/>
            <a:stretch>
              <a:fillRect l="-9301" t="-9587" r="-10783" b="-1291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5095B-DC62-8539-BA50-85DD78346248}"/>
              </a:ext>
            </a:extLst>
          </p:cNvPr>
          <p:cNvSpPr txBox="1"/>
          <p:nvPr/>
        </p:nvSpPr>
        <p:spPr>
          <a:xfrm>
            <a:off x="5277652" y="3924565"/>
            <a:ext cx="3011908" cy="22159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13800" b="1" dirty="0">
                <a:ln w="25400">
                  <a:solidFill>
                    <a:srgbClr val="FBFB23"/>
                  </a:solidFill>
                </a:ln>
                <a:solidFill>
                  <a:srgbClr val="E39F00"/>
                </a:solidFill>
                <a:effectLst>
                  <a:glow rad="63500">
                    <a:srgbClr val="F393F4">
                      <a:alpha val="40000"/>
                    </a:srgbClr>
                  </a:glow>
                </a:effectLst>
              </a:rPr>
              <a:t>IDA</a:t>
            </a:r>
            <a:endParaRPr lang="en-US" b="1" dirty="0">
              <a:ln w="25400">
                <a:solidFill>
                  <a:srgbClr val="FBFB23"/>
                </a:solidFill>
              </a:ln>
              <a:solidFill>
                <a:srgbClr val="E39F00"/>
              </a:solidFill>
              <a:effectLst>
                <a:glow rad="63500">
                  <a:srgbClr val="F393F4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879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27085</TotalTime>
  <Words>99</Words>
  <Application>Microsoft Macintosh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Ofria, Charles</dc:creator>
  <cp:lastModifiedBy>Ofria, Charles</cp:lastModifiedBy>
  <cp:revision>3</cp:revision>
  <dcterms:created xsi:type="dcterms:W3CDTF">2025-07-01T20:08:19Z</dcterms:created>
  <dcterms:modified xsi:type="dcterms:W3CDTF">2025-07-20T17:55:13Z</dcterms:modified>
</cp:coreProperties>
</file>